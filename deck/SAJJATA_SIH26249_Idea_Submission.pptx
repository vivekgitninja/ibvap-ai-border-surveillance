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601200" cy="5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SAJJATA (sajjata = readiness). One line: turn fragmented maintenance data into proactive decisions, and decisions into aircraft availability.</a:t>
            </a:r>
          </a:p>
          <a:p>
            <a:r>
              <a:t>Open with the PS verbatim - availability is lost to fragmentation and reactive practice. We will show the full chain: data to prediction to approved work order to fleet readiness.</a:t>
            </a:r>
          </a:p>
          <a:p>
            <a:r>
              <a:t>The problem statement publishes NO dataset; every number shown later that is not a target is measured by us on clearly-labelled synthetic data. Say this up front - credibility is a weapon in this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real data silos from the PS: health monitoring, technical records, spares, maintenance agencies. The right panel is the causal chain the PS itself states: delayed fault prediction, avoidable downtime, sub-optimal utilisation.</a:t>
            </a:r>
          </a:p>
          <a:p>
            <a:r>
              <a:t>Positioning line: this is a data-integration failure first and an AI problem second. No fleet statistics are claimed - the panel restates the official problem chain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verbs - Sense, Integrate, Predict, Explain, Optimise, Act, Learn. Emphasise three pillars: (1) multi-model AI, not one black box; (2) the digital twin as the live, auditable aircraft state; (3) every prediction ends in a human-approved work order - we do not stop at a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sources -&gt; validated ingestion (streaming with store-and-forward, batch loaders, quality gates) -&gt; data platform (time-series + PostgreSQL + object lake + feature store) -&gt; intelligence (twin, model services, risk engine) -&gt; decision &amp; action (maintenance decision engine, fleet optimiser, spares, work orders).</a:t>
            </a:r>
          </a:p>
          <a:p>
            <a:r>
              <a:t>Red band: security envelope wraps all layers - zero-trust, RBAC+MFA, TLS + AES-256, immutable audit, classification, segmentation, secrets, secure model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 anomaly: isolation forest on per-unit z-scored sensors (each aircraft baselined against its own healthy period). Model B: boosted trees, unit-disjoint split. Model C: RUL regression. Model D routes severity.</a:t>
            </a:r>
          </a:p>
          <a:p>
            <a:r>
              <a:t>Star means MEASURED on our synthetic benchmark (repo: deck/ml_benchmark.py) - methodology demonstration, not fleet performance. Right: A-017 twin showing the fuel-nozzle story; twin updates on telemetry, maintenance, replacement, inspection, prediction changes - versioned.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16-step closed loop. Pause on step 12: HUMAN APPROVAL - AI recommends, human decides, system learns. Outcomes loop back as training data. This is the slide that answers 'so what' - nothing in the chain dead-ends.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 optimiser: inputs left, objective centre (maximise available aircraft subject to safety + maintenance constraints; greedy + constraint checks in prototype, OR-Tools solvers in production), this-week plan right.</a:t>
            </a:r>
          </a:p>
          <a:p>
            <a:r>
              <a:t>Spares: prediction -&gt; parts -&gt; reservation -&gt; procurement -&gt; schedule alignment. Demo table shows a real shortage case (INS cartridge, 21-day lead) - the system flags it BEFORE the failure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screens, each ending in an action: commander's fleet picture, one-aircraft twin, the alert decision card (WHAT/WHEN/WHY/CONF/ACTION), planner with bays and crews, forecast-aware inventory, and analytics that grade the AI itself (precision/recall + drift monitor).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honest bands: IMPLEMENTED (end-to-end demo pipeline on synthetic data, reproducible benchmark), PROTOTYPE-READY (scale-out ingestion, connectors, solvers, SSO/MFA, HA), PRODUCTION/FUTURE (accredited MoD hosting, official system-of-record integration, safety case).</a:t>
            </a:r>
          </a:p>
          <a:p>
            <a:r>
              <a:t>MLOps loop top-right: registry, versioned features, shadow evaluation, rollback, drift monitors. Phased path: P0 synthetic pilot (weeks 1-6), P1 shadow mode on one unit's data (weeks 7-16), P2 production integration + accreditation.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Targets, not claims: availability +3-5pp, unscheduled removals -20-30%, lead time &gt;=7 days, MTTR -15-25%, critical stockouts -&gt;0, alert precision &gt;=80%. Each has a published measurement definition; nothing is presented as achieved.</a:t>
            </a:r>
          </a:p>
          <a:p>
            <a:r>
              <a:t>Close on the line: FROM REACTIVE MAINTENANCE TO PREDICTIVE FLEET READINESS. References are public policy and benchmark sources (DoDI 4151.22, CBM+ Guidebook, USAF RSO-CBM+, NASA C-MAPSS, NIST SP 800-207, SHAP).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5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SAJJATA - Air Power: Predictive Maintenance &amp; Fleet Availability (SIH26249)</dc:title>
  <dc:subject>Smart India Hackathon 2026 - PS SIH26249 - MoD / Defence Services Staff College</dc:subject>
  <dc:creator>Team &lt;TEAM NAME&gt;</dc:creator>
  <cp:keywords>SIH26249, predictive maintenance, digital twin, fleet availability, PHM</cp:keywords>
  <dc:description>Synthetic-data prototype. Measured metrics are from deck/ml_benchmark.py on synthetic data; all operational numbers are labelled targets.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